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9" r:id="rId7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F248DA-21B1-6839-A6CF-21A3A63BAC0C}" v="379" dt="2026-07-14T11:54:41.0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692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n, Abhishek" userId="S::abhishekjain6@deloitte.com::2c24a4e0-408e-4b4f-9486-92ba48120998" providerId="AD" clId="Web-{372F2C64-E8A2-D53E-6809-725CE3CBA9AC}"/>
    <pc:docChg chg="modSld">
      <pc:chgData name="Jain, Abhishek" userId="S::abhishekjain6@deloitte.com::2c24a4e0-408e-4b4f-9486-92ba48120998" providerId="AD" clId="Web-{372F2C64-E8A2-D53E-6809-725CE3CBA9AC}" dt="2026-07-02T14:24:19.681" v="81"/>
      <pc:docMkLst>
        <pc:docMk/>
      </pc:docMkLst>
      <pc:sldChg chg="modSp">
        <pc:chgData name="Jain, Abhishek" userId="S::abhishekjain6@deloitte.com::2c24a4e0-408e-4b4f-9486-92ba48120998" providerId="AD" clId="Web-{372F2C64-E8A2-D53E-6809-725CE3CBA9AC}" dt="2026-07-02T14:24:19.681" v="81"/>
        <pc:sldMkLst>
          <pc:docMk/>
          <pc:sldMk cId="0" sldId="256"/>
        </pc:sldMkLst>
        <pc:graphicFrameChg chg="mod modGraphic">
          <ac:chgData name="Jain, Abhishek" userId="S::abhishekjain6@deloitte.com::2c24a4e0-408e-4b4f-9486-92ba48120998" providerId="AD" clId="Web-{372F2C64-E8A2-D53E-6809-725CE3CBA9AC}" dt="2026-07-02T14:24:19.681" v="81"/>
          <ac:graphicFrameMkLst>
            <pc:docMk/>
            <pc:sldMk cId="0" sldId="256"/>
            <ac:graphicFrameMk id="8" creationId="{00000000-0000-0000-0000-000000000000}"/>
          </ac:graphicFrameMkLst>
        </pc:graphicFrameChg>
      </pc:sldChg>
    </pc:docChg>
  </pc:docChgLst>
  <pc:docChgLst>
    <pc:chgData name="M, Murali" userId="S::muralm@deloitte.com::654b0542-707f-4036-b48b-747bc9f81aa4" providerId="AD" clId="Web-{28F248DA-21B1-6839-A6CF-21A3A63BAC0C}"/>
    <pc:docChg chg="modSld">
      <pc:chgData name="M, Murali" userId="S::muralm@deloitte.com::654b0542-707f-4036-b48b-747bc9f81aa4" providerId="AD" clId="Web-{28F248DA-21B1-6839-A6CF-21A3A63BAC0C}" dt="2026-07-14T11:54:41.053" v="323"/>
      <pc:docMkLst>
        <pc:docMk/>
      </pc:docMkLst>
      <pc:sldChg chg="modSp">
        <pc:chgData name="M, Murali" userId="S::muralm@deloitte.com::654b0542-707f-4036-b48b-747bc9f81aa4" providerId="AD" clId="Web-{28F248DA-21B1-6839-A6CF-21A3A63BAC0C}" dt="2026-07-14T11:52:24.759" v="171"/>
        <pc:sldMkLst>
          <pc:docMk/>
          <pc:sldMk cId="0" sldId="256"/>
        </pc:sldMkLst>
        <pc:spChg chg="mod">
          <ac:chgData name="M, Murali" userId="S::muralm@deloitte.com::654b0542-707f-4036-b48b-747bc9f81aa4" providerId="AD" clId="Web-{28F248DA-21B1-6839-A6CF-21A3A63BAC0C}" dt="2026-07-14T11:23:49.786" v="14" actId="1076"/>
          <ac:spMkLst>
            <pc:docMk/>
            <pc:sldMk cId="0" sldId="256"/>
            <ac:spMk id="9" creationId="{9A3E20AD-B036-3BE9-68E6-694DAED17713}"/>
          </ac:spMkLst>
        </pc:spChg>
        <pc:spChg chg="mod">
          <ac:chgData name="M, Murali" userId="S::muralm@deloitte.com::654b0542-707f-4036-b48b-747bc9f81aa4" providerId="AD" clId="Web-{28F248DA-21B1-6839-A6CF-21A3A63BAC0C}" dt="2026-07-14T11:24:15.366" v="16" actId="1076"/>
          <ac:spMkLst>
            <pc:docMk/>
            <pc:sldMk cId="0" sldId="256"/>
            <ac:spMk id="10" creationId="{D96CD26B-436F-8EC8-E0C1-A5BE5809E50C}"/>
          </ac:spMkLst>
        </pc:spChg>
        <pc:spChg chg="mod">
          <ac:chgData name="M, Murali" userId="S::muralm@deloitte.com::654b0542-707f-4036-b48b-747bc9f81aa4" providerId="AD" clId="Web-{28F248DA-21B1-6839-A6CF-21A3A63BAC0C}" dt="2026-07-14T11:24:18.694" v="17" actId="1076"/>
          <ac:spMkLst>
            <pc:docMk/>
            <pc:sldMk cId="0" sldId="256"/>
            <ac:spMk id="18" creationId="{9A59956F-FA0E-2D91-5FA1-788E84B22A75}"/>
          </ac:spMkLst>
        </pc:spChg>
        <pc:spChg chg="mod">
          <ac:chgData name="M, Murali" userId="S::muralm@deloitte.com::654b0542-707f-4036-b48b-747bc9f81aa4" providerId="AD" clId="Web-{28F248DA-21B1-6839-A6CF-21A3A63BAC0C}" dt="2026-07-14T11:24:09.069" v="15" actId="1076"/>
          <ac:spMkLst>
            <pc:docMk/>
            <pc:sldMk cId="0" sldId="256"/>
            <ac:spMk id="24" creationId="{A79C0A88-FF9F-9A54-8B89-F1DFB83C6FF0}"/>
          </ac:spMkLst>
        </pc:spChg>
        <pc:graphicFrameChg chg="mod modGraphic">
          <ac:chgData name="M, Murali" userId="S::muralm@deloitte.com::654b0542-707f-4036-b48b-747bc9f81aa4" providerId="AD" clId="Web-{28F248DA-21B1-6839-A6CF-21A3A63BAC0C}" dt="2026-07-14T11:52:24.759" v="171"/>
          <ac:graphicFrameMkLst>
            <pc:docMk/>
            <pc:sldMk cId="0" sldId="256"/>
            <ac:graphicFrameMk id="8" creationId="{00000000-0000-0000-0000-000000000000}"/>
          </ac:graphicFrameMkLst>
        </pc:graphicFrameChg>
        <pc:graphicFrameChg chg="mod modGraphic">
          <ac:chgData name="M, Murali" userId="S::muralm@deloitte.com::654b0542-707f-4036-b48b-747bc9f81aa4" providerId="AD" clId="Web-{28F248DA-21B1-6839-A6CF-21A3A63BAC0C}" dt="2026-07-14T11:52:05.820" v="153"/>
          <ac:graphicFrameMkLst>
            <pc:docMk/>
            <pc:sldMk cId="0" sldId="256"/>
            <ac:graphicFrameMk id="12" creationId="{00000000-0000-0000-0000-000000000000}"/>
          </ac:graphicFrameMkLst>
        </pc:graphicFrameChg>
      </pc:sldChg>
      <pc:sldChg chg="modSp">
        <pc:chgData name="M, Murali" userId="S::muralm@deloitte.com::654b0542-707f-4036-b48b-747bc9f81aa4" providerId="AD" clId="Web-{28F248DA-21B1-6839-A6CF-21A3A63BAC0C}" dt="2026-07-14T11:54:41.053" v="323"/>
        <pc:sldMkLst>
          <pc:docMk/>
          <pc:sldMk cId="0" sldId="257"/>
        </pc:sldMkLst>
        <pc:spChg chg="mod">
          <ac:chgData name="M, Murali" userId="S::muralm@deloitte.com::654b0542-707f-4036-b48b-747bc9f81aa4" providerId="AD" clId="Web-{28F248DA-21B1-6839-A6CF-21A3A63BAC0C}" dt="2026-07-14T11:24:50.806" v="21" actId="20577"/>
          <ac:spMkLst>
            <pc:docMk/>
            <pc:sldMk cId="0" sldId="257"/>
            <ac:spMk id="2" creationId="{00000000-0000-0000-0000-000000000000}"/>
          </ac:spMkLst>
        </pc:spChg>
        <pc:graphicFrameChg chg="mod modGraphic">
          <ac:chgData name="M, Murali" userId="S::muralm@deloitte.com::654b0542-707f-4036-b48b-747bc9f81aa4" providerId="AD" clId="Web-{28F248DA-21B1-6839-A6CF-21A3A63BAC0C}" dt="2026-07-14T11:54:41.053" v="323"/>
          <ac:graphicFrameMkLst>
            <pc:docMk/>
            <pc:sldMk cId="0" sldId="257"/>
            <ac:graphicFrameMk id="3" creationId="{00000000-0000-0000-0000-000000000000}"/>
          </ac:graphicFrameMkLst>
        </pc:graphicFrameChg>
      </pc:sldChg>
      <pc:sldChg chg="modSp">
        <pc:chgData name="M, Murali" userId="S::muralm@deloitte.com::654b0542-707f-4036-b48b-747bc9f81aa4" providerId="AD" clId="Web-{28F248DA-21B1-6839-A6CF-21A3A63BAC0C}" dt="2026-07-14T11:28:22.274" v="113" actId="20577"/>
        <pc:sldMkLst>
          <pc:docMk/>
          <pc:sldMk cId="0" sldId="259"/>
        </pc:sldMkLst>
        <pc:spChg chg="mod">
          <ac:chgData name="M, Murali" userId="S::muralm@deloitte.com::654b0542-707f-4036-b48b-747bc9f81aa4" providerId="AD" clId="Web-{28F248DA-21B1-6839-A6CF-21A3A63BAC0C}" dt="2026-07-14T11:28:22.274" v="113" actId="20577"/>
          <ac:spMkLst>
            <pc:docMk/>
            <pc:sldMk cId="0" sldId="259"/>
            <ac:spMk id="5" creationId="{00000000-0000-0000-0000-000000000000}"/>
          </ac:spMkLst>
        </pc:spChg>
        <pc:graphicFrameChg chg="mod modGraphic">
          <ac:chgData name="M, Murali" userId="S::muralm@deloitte.com::654b0542-707f-4036-b48b-747bc9f81aa4" providerId="AD" clId="Web-{28F248DA-21B1-6839-A6CF-21A3A63BAC0C}" dt="2026-07-14T11:26:52.206" v="70"/>
          <ac:graphicFrameMkLst>
            <pc:docMk/>
            <pc:sldMk cId="0" sldId="259"/>
            <ac:graphicFrameMk id="7" creationId="{F23B7371-2147-A8BA-3E97-DB901ECEC2B3}"/>
          </ac:graphicFrameMkLst>
        </pc:graphicFrameChg>
      </pc:sldChg>
    </pc:docChg>
  </pc:docChgLst>
  <pc:docChgLst>
    <pc:chgData name="M, Murali" userId="S::muralm@deloitte.com::654b0542-707f-4036-b48b-747bc9f81aa4" providerId="AD" clId="Web-{604299D3-CE75-7A16-C011-53665C4B6D79}"/>
    <pc:docChg chg="delSld modSld">
      <pc:chgData name="M, Murali" userId="S::muralm@deloitte.com::654b0542-707f-4036-b48b-747bc9f81aa4" providerId="AD" clId="Web-{604299D3-CE75-7A16-C011-53665C4B6D79}" dt="2026-07-02T15:24:40.861" v="352"/>
      <pc:docMkLst>
        <pc:docMk/>
      </pc:docMkLst>
      <pc:sldChg chg="addSp delSp modSp">
        <pc:chgData name="M, Murali" userId="S::muralm@deloitte.com::654b0542-707f-4036-b48b-747bc9f81aa4" providerId="AD" clId="Web-{604299D3-CE75-7A16-C011-53665C4B6D79}" dt="2026-07-02T15:24:32.017" v="351"/>
        <pc:sldMkLst>
          <pc:docMk/>
          <pc:sldMk cId="0" sldId="259"/>
        </pc:sldMkLst>
        <pc:graphicFrameChg chg="add del mod modGraphic">
          <ac:chgData name="M, Murali" userId="S::muralm@deloitte.com::654b0542-707f-4036-b48b-747bc9f81aa4" providerId="AD" clId="Web-{604299D3-CE75-7A16-C011-53665C4B6D79}" dt="2026-07-02T15:24:32.017" v="351"/>
          <ac:graphicFrameMkLst>
            <pc:docMk/>
            <pc:sldMk cId="0" sldId="259"/>
            <ac:graphicFrameMk id="7" creationId="{F23B7371-2147-A8BA-3E97-DB901ECEC2B3}"/>
          </ac:graphicFrameMkLst>
        </pc:graphicFrameChg>
      </pc:sldChg>
    </pc:docChg>
  </pc:docChgLst>
  <pc:docChgLst>
    <pc:chgData name="M, Murali" userId="S::muralm@deloitte.com::654b0542-707f-4036-b48b-747bc9f81aa4" providerId="AD" clId="Web-{4509BF5A-A484-8F89-FB79-072E02C6295F}"/>
    <pc:docChg chg="modSld">
      <pc:chgData name="M, Murali" userId="S::muralm@deloitte.com::654b0542-707f-4036-b48b-747bc9f81aa4" providerId="AD" clId="Web-{4509BF5A-A484-8F89-FB79-072E02C6295F}" dt="2026-07-02T13:34:51.905" v="13"/>
      <pc:docMkLst>
        <pc:docMk/>
      </pc:docMkLst>
      <pc:sldChg chg="modSp">
        <pc:chgData name="M, Murali" userId="S::muralm@deloitte.com::654b0542-707f-4036-b48b-747bc9f81aa4" providerId="AD" clId="Web-{4509BF5A-A484-8F89-FB79-072E02C6295F}" dt="2026-07-02T13:34:51.905" v="13"/>
        <pc:sldMkLst>
          <pc:docMk/>
          <pc:sldMk cId="0" sldId="256"/>
        </pc:sldMkLst>
        <pc:graphicFrameChg chg="mod modGraphic">
          <ac:chgData name="M, Murali" userId="S::muralm@deloitte.com::654b0542-707f-4036-b48b-747bc9f81aa4" providerId="AD" clId="Web-{4509BF5A-A484-8F89-FB79-072E02C6295F}" dt="2026-07-02T13:34:51.905" v="13"/>
          <ac:graphicFrameMkLst>
            <pc:docMk/>
            <pc:sldMk cId="0" sldId="256"/>
            <ac:graphicFrameMk id="8" creationId="{00000000-0000-0000-0000-000000000000}"/>
          </ac:graphicFrameMkLst>
        </pc:graphicFrameChg>
      </pc:sldChg>
    </pc:docChg>
  </pc:docChgLst>
  <pc:docChgLst>
    <pc:chgData name="M, Murali" userId="S::muralm@deloitte.com::654b0542-707f-4036-b48b-747bc9f81aa4" providerId="AD" clId="Web-{77C2759B-BBA8-0FA2-6D04-7303BC10C697}"/>
    <pc:docChg chg="modSld">
      <pc:chgData name="M, Murali" userId="S::muralm@deloitte.com::654b0542-707f-4036-b48b-747bc9f81aa4" providerId="AD" clId="Web-{77C2759B-BBA8-0FA2-6D04-7303BC10C697}" dt="2026-06-29T14:26:27.221" v="709"/>
      <pc:docMkLst>
        <pc:docMk/>
      </pc:docMkLst>
      <pc:sldChg chg="modSp">
        <pc:chgData name="M, Murali" userId="S::muralm@deloitte.com::654b0542-707f-4036-b48b-747bc9f81aa4" providerId="AD" clId="Web-{77C2759B-BBA8-0FA2-6D04-7303BC10C697}" dt="2026-06-29T14:26:27.221" v="709"/>
        <pc:sldMkLst>
          <pc:docMk/>
          <pc:sldMk cId="0" sldId="256"/>
        </pc:sldMkLst>
        <pc:spChg chg="mod">
          <ac:chgData name="M, Murali" userId="S::muralm@deloitte.com::654b0542-707f-4036-b48b-747bc9f81aa4" providerId="AD" clId="Web-{77C2759B-BBA8-0FA2-6D04-7303BC10C697}" dt="2026-06-29T12:02:14.702" v="313" actId="20577"/>
          <ac:spMkLst>
            <pc:docMk/>
            <pc:sldMk cId="0" sldId="256"/>
            <ac:spMk id="2" creationId="{00000000-0000-0000-0000-000000000000}"/>
          </ac:spMkLst>
        </pc:spChg>
        <pc:graphicFrameChg chg="mod modGraphic">
          <ac:chgData name="M, Murali" userId="S::muralm@deloitte.com::654b0542-707f-4036-b48b-747bc9f81aa4" providerId="AD" clId="Web-{77C2759B-BBA8-0FA2-6D04-7303BC10C697}" dt="2026-06-29T14:26:27.221" v="709"/>
          <ac:graphicFrameMkLst>
            <pc:docMk/>
            <pc:sldMk cId="0" sldId="256"/>
            <ac:graphicFrameMk id="8" creationId="{00000000-0000-0000-0000-000000000000}"/>
          </ac:graphicFrameMkLst>
        </pc:graphicFrameChg>
        <pc:graphicFrameChg chg="mod modGraphic">
          <ac:chgData name="M, Murali" userId="S::muralm@deloitte.com::654b0542-707f-4036-b48b-747bc9f81aa4" providerId="AD" clId="Web-{77C2759B-BBA8-0FA2-6D04-7303BC10C697}" dt="2026-06-29T12:23:48.630" v="549"/>
          <ac:graphicFrameMkLst>
            <pc:docMk/>
            <pc:sldMk cId="0" sldId="256"/>
            <ac:graphicFrameMk id="12" creationId="{00000000-0000-0000-0000-000000000000}"/>
          </ac:graphicFrameMkLst>
        </pc:graphicFrameChg>
      </pc:sldChg>
      <pc:sldChg chg="modSp">
        <pc:chgData name="M, Murali" userId="S::muralm@deloitte.com::654b0542-707f-4036-b48b-747bc9f81aa4" providerId="AD" clId="Web-{77C2759B-BBA8-0FA2-6D04-7303BC10C697}" dt="2026-06-29T12:03:06.029" v="397"/>
        <pc:sldMkLst>
          <pc:docMk/>
          <pc:sldMk cId="0" sldId="257"/>
        </pc:sldMkLst>
        <pc:graphicFrameChg chg="mod modGraphic">
          <ac:chgData name="M, Murali" userId="S::muralm@deloitte.com::654b0542-707f-4036-b48b-747bc9f81aa4" providerId="AD" clId="Web-{77C2759B-BBA8-0FA2-6D04-7303BC10C697}" dt="2026-06-29T12:03:06.029" v="397"/>
          <ac:graphicFrameMkLst>
            <pc:docMk/>
            <pc:sldMk cId="0" sldId="257"/>
            <ac:graphicFrameMk id="3" creationId="{00000000-0000-0000-0000-000000000000}"/>
          </ac:graphicFrameMkLst>
        </pc:graphicFrameChg>
      </pc:sldChg>
      <pc:sldChg chg="addSp delSp modSp">
        <pc:chgData name="M, Murali" userId="S::muralm@deloitte.com::654b0542-707f-4036-b48b-747bc9f81aa4" providerId="AD" clId="Web-{77C2759B-BBA8-0FA2-6D04-7303BC10C697}" dt="2026-06-29T12:01:41.030" v="311" actId="20577"/>
        <pc:sldMkLst>
          <pc:docMk/>
          <pc:sldMk cId="0" sldId="259"/>
        </pc:sldMkLst>
        <pc:spChg chg="mod">
          <ac:chgData name="M, Murali" userId="S::muralm@deloitte.com::654b0542-707f-4036-b48b-747bc9f81aa4" providerId="AD" clId="Web-{77C2759B-BBA8-0FA2-6D04-7303BC10C697}" dt="2026-06-29T12:01:41.030" v="311" actId="20577"/>
          <ac:spMkLst>
            <pc:docMk/>
            <pc:sldMk cId="0" sldId="259"/>
            <ac:spMk id="5" creationId="{00000000-0000-0000-0000-000000000000}"/>
          </ac:spMkLst>
        </pc:spChg>
      </pc:sldChg>
    </pc:docChg>
  </pc:docChgLst>
  <pc:docChgLst>
    <pc:chgData name="M, Murali" userId="S::muralm@deloitte.com::654b0542-707f-4036-b48b-747bc9f81aa4" providerId="AD" clId="Web-{6C029FD2-F27E-E4FA-B1B7-5A513F19480A}"/>
    <pc:docChg chg="addSld modSld">
      <pc:chgData name="M, Murali" userId="S::muralm@deloitte.com::654b0542-707f-4036-b48b-747bc9f81aa4" providerId="AD" clId="Web-{6C029FD2-F27E-E4FA-B1B7-5A513F19480A}" dt="2026-07-02T15:03:48.941" v="665" actId="1076"/>
      <pc:docMkLst>
        <pc:docMk/>
      </pc:docMkLst>
      <pc:sldChg chg="modSp">
        <pc:chgData name="M, Murali" userId="S::muralm@deloitte.com::654b0542-707f-4036-b48b-747bc9f81aa4" providerId="AD" clId="Web-{6C029FD2-F27E-E4FA-B1B7-5A513F19480A}" dt="2026-07-02T14:40:53.256" v="51"/>
        <pc:sldMkLst>
          <pc:docMk/>
          <pc:sldMk cId="0" sldId="256"/>
        </pc:sldMkLst>
        <pc:graphicFrameChg chg="mod modGraphic">
          <ac:chgData name="M, Murali" userId="S::muralm@deloitte.com::654b0542-707f-4036-b48b-747bc9f81aa4" providerId="AD" clId="Web-{6C029FD2-F27E-E4FA-B1B7-5A513F19480A}" dt="2026-07-02T14:40:53.256" v="51"/>
          <ac:graphicFrameMkLst>
            <pc:docMk/>
            <pc:sldMk cId="0" sldId="256"/>
            <ac:graphicFrameMk id="8" creationId="{00000000-0000-0000-0000-000000000000}"/>
          </ac:graphicFrameMkLst>
        </pc:graphicFrameChg>
      </pc:sldChg>
      <pc:sldChg chg="modSp">
        <pc:chgData name="M, Murali" userId="S::muralm@deloitte.com::654b0542-707f-4036-b48b-747bc9f81aa4" providerId="AD" clId="Web-{6C029FD2-F27E-E4FA-B1B7-5A513F19480A}" dt="2026-07-02T14:45:37.915" v="83"/>
        <pc:sldMkLst>
          <pc:docMk/>
          <pc:sldMk cId="0" sldId="257"/>
        </pc:sldMkLst>
        <pc:graphicFrameChg chg="mod modGraphic">
          <ac:chgData name="M, Murali" userId="S::muralm@deloitte.com::654b0542-707f-4036-b48b-747bc9f81aa4" providerId="AD" clId="Web-{6C029FD2-F27E-E4FA-B1B7-5A513F19480A}" dt="2026-07-02T14:45:37.915" v="83"/>
          <ac:graphicFrameMkLst>
            <pc:docMk/>
            <pc:sldMk cId="0" sldId="257"/>
            <ac:graphicFrameMk id="3" creationId="{00000000-0000-0000-0000-000000000000}"/>
          </ac:graphicFrameMkLst>
        </pc:graphicFrameChg>
      </pc:sldChg>
      <pc:sldChg chg="modSp">
        <pc:chgData name="M, Murali" userId="S::muralm@deloitte.com::654b0542-707f-4036-b48b-747bc9f81aa4" providerId="AD" clId="Web-{6C029FD2-F27E-E4FA-B1B7-5A513F19480A}" dt="2026-07-02T15:03:48.941" v="665" actId="1076"/>
        <pc:sldMkLst>
          <pc:docMk/>
          <pc:sldMk cId="0" sldId="259"/>
        </pc:sldMkLst>
      </pc:sldChg>
    </pc:docChg>
  </pc:docChgLst>
  <pc:docChgLst>
    <pc:chgData name="M, Murali" userId="S::muralm@deloitte.com::654b0542-707f-4036-b48b-747bc9f81aa4" providerId="AD" clId="Web-{E1956220-F2D7-8C11-F063-250700987C6E}"/>
    <pc:docChg chg="modSld">
      <pc:chgData name="M, Murali" userId="S::muralm@deloitte.com::654b0542-707f-4036-b48b-747bc9f81aa4" providerId="AD" clId="Web-{E1956220-F2D7-8C11-F063-250700987C6E}" dt="2026-07-01T11:54:52.504" v="703"/>
      <pc:docMkLst>
        <pc:docMk/>
      </pc:docMkLst>
      <pc:sldChg chg="addSp delSp modSp">
        <pc:chgData name="M, Murali" userId="S::muralm@deloitte.com::654b0542-707f-4036-b48b-747bc9f81aa4" providerId="AD" clId="Web-{E1956220-F2D7-8C11-F063-250700987C6E}" dt="2026-07-01T11:54:40.458" v="701"/>
        <pc:sldMkLst>
          <pc:docMk/>
          <pc:sldMk cId="0" sldId="256"/>
        </pc:sldMkLst>
        <pc:spChg chg="add mod">
          <ac:chgData name="M, Murali" userId="S::muralm@deloitte.com::654b0542-707f-4036-b48b-747bc9f81aa4" providerId="AD" clId="Web-{E1956220-F2D7-8C11-F063-250700987C6E}" dt="2026-07-01T11:31:41.783" v="451" actId="1076"/>
          <ac:spMkLst>
            <pc:docMk/>
            <pc:sldMk cId="0" sldId="256"/>
            <ac:spMk id="10" creationId="{D96CD26B-436F-8EC8-E0C1-A5BE5809E50C}"/>
          </ac:spMkLst>
        </pc:spChg>
        <pc:spChg chg="add mod">
          <ac:chgData name="M, Murali" userId="S::muralm@deloitte.com::654b0542-707f-4036-b48b-747bc9f81aa4" providerId="AD" clId="Web-{E1956220-F2D7-8C11-F063-250700987C6E}" dt="2026-07-01T11:31:55.283" v="454" actId="1076"/>
          <ac:spMkLst>
            <pc:docMk/>
            <pc:sldMk cId="0" sldId="256"/>
            <ac:spMk id="13" creationId="{0E1DD8A1-7DCA-708B-B157-106AFF5FAB14}"/>
          </ac:spMkLst>
        </pc:spChg>
        <pc:spChg chg="add mod">
          <ac:chgData name="M, Murali" userId="S::muralm@deloitte.com::654b0542-707f-4036-b48b-747bc9f81aa4" providerId="AD" clId="Web-{E1956220-F2D7-8C11-F063-250700987C6E}" dt="2026-07-01T11:54:37.004" v="700" actId="1076"/>
          <ac:spMkLst>
            <pc:docMk/>
            <pc:sldMk cId="0" sldId="256"/>
            <ac:spMk id="15" creationId="{E23B622A-BED0-E331-6586-DCC522468C8A}"/>
          </ac:spMkLst>
        </pc:spChg>
        <pc:spChg chg="mod">
          <ac:chgData name="M, Murali" userId="S::muralm@deloitte.com::654b0542-707f-4036-b48b-747bc9f81aa4" providerId="AD" clId="Web-{E1956220-F2D7-8C11-F063-250700987C6E}" dt="2026-07-01T11:54:10.317" v="696" actId="1076"/>
          <ac:spMkLst>
            <pc:docMk/>
            <pc:sldMk cId="0" sldId="256"/>
            <ac:spMk id="21" creationId="{13BD06F5-5FD1-6457-AB0D-091388839911}"/>
          </ac:spMkLst>
        </pc:spChg>
        <pc:spChg chg="mod">
          <ac:chgData name="M, Murali" userId="S::muralm@deloitte.com::654b0542-707f-4036-b48b-747bc9f81aa4" providerId="AD" clId="Web-{E1956220-F2D7-8C11-F063-250700987C6E}" dt="2026-07-01T11:31:57.204" v="455" actId="1076"/>
          <ac:spMkLst>
            <pc:docMk/>
            <pc:sldMk cId="0" sldId="256"/>
            <ac:spMk id="23" creationId="{6E4F0DF8-A196-A786-A813-96C46C9137F2}"/>
          </ac:spMkLst>
        </pc:spChg>
        <pc:spChg chg="mod">
          <ac:chgData name="M, Murali" userId="S::muralm@deloitte.com::654b0542-707f-4036-b48b-747bc9f81aa4" providerId="AD" clId="Web-{E1956220-F2D7-8C11-F063-250700987C6E}" dt="2026-07-01T11:54:13.379" v="697" actId="1076"/>
          <ac:spMkLst>
            <pc:docMk/>
            <pc:sldMk cId="0" sldId="256"/>
            <ac:spMk id="24" creationId="{A79C0A88-FF9F-9A54-8B89-F1DFB83C6FF0}"/>
          </ac:spMkLst>
        </pc:spChg>
        <pc:graphicFrameChg chg="mod modGraphic">
          <ac:chgData name="M, Murali" userId="S::muralm@deloitte.com::654b0542-707f-4036-b48b-747bc9f81aa4" providerId="AD" clId="Web-{E1956220-F2D7-8C11-F063-250700987C6E}" dt="2026-07-01T11:44:19.675" v="520"/>
          <ac:graphicFrameMkLst>
            <pc:docMk/>
            <pc:sldMk cId="0" sldId="256"/>
            <ac:graphicFrameMk id="8" creationId="{00000000-0000-0000-0000-000000000000}"/>
          </ac:graphicFrameMkLst>
        </pc:graphicFrameChg>
        <pc:graphicFrameChg chg="mod modGraphic">
          <ac:chgData name="M, Murali" userId="S::muralm@deloitte.com::654b0542-707f-4036-b48b-747bc9f81aa4" providerId="AD" clId="Web-{E1956220-F2D7-8C11-F063-250700987C6E}" dt="2026-07-01T11:47:34.347" v="564"/>
          <ac:graphicFrameMkLst>
            <pc:docMk/>
            <pc:sldMk cId="0" sldId="256"/>
            <ac:graphicFrameMk id="12" creationId="{00000000-0000-0000-0000-000000000000}"/>
          </ac:graphicFrameMkLst>
        </pc:graphicFrameChg>
      </pc:sldChg>
      <pc:sldChg chg="modSp">
        <pc:chgData name="M, Murali" userId="S::muralm@deloitte.com::654b0542-707f-4036-b48b-747bc9f81aa4" providerId="AD" clId="Web-{E1956220-F2D7-8C11-F063-250700987C6E}" dt="2026-07-01T11:54:52.504" v="703"/>
        <pc:sldMkLst>
          <pc:docMk/>
          <pc:sldMk cId="0" sldId="257"/>
        </pc:sldMkLst>
        <pc:graphicFrameChg chg="mod modGraphic">
          <ac:chgData name="M, Murali" userId="S::muralm@deloitte.com::654b0542-707f-4036-b48b-747bc9f81aa4" providerId="AD" clId="Web-{E1956220-F2D7-8C11-F063-250700987C6E}" dt="2026-07-01T11:50:52.691" v="636"/>
          <ac:graphicFrameMkLst>
            <pc:docMk/>
            <pc:sldMk cId="0" sldId="257"/>
            <ac:graphicFrameMk id="3" creationId="{00000000-0000-0000-0000-000000000000}"/>
          </ac:graphicFrameMkLst>
        </pc:graphicFrameChg>
        <pc:graphicFrameChg chg="mod modGraphic">
          <ac:chgData name="M, Murali" userId="S::muralm@deloitte.com::654b0542-707f-4036-b48b-747bc9f81aa4" providerId="AD" clId="Web-{E1956220-F2D7-8C11-F063-250700987C6E}" dt="2026-07-01T11:54:52.504" v="703"/>
          <ac:graphicFrameMkLst>
            <pc:docMk/>
            <pc:sldMk cId="0" sldId="257"/>
            <ac:graphicFrameMk id="4" creationId="{00000000-0000-0000-0000-000000000000}"/>
          </ac:graphicFrameMkLst>
        </pc:graphicFrameChg>
      </pc:sldChg>
      <pc:sldChg chg="modSp">
        <pc:chgData name="M, Murali" userId="S::muralm@deloitte.com::654b0542-707f-4036-b48b-747bc9f81aa4" providerId="AD" clId="Web-{E1956220-F2D7-8C11-F063-250700987C6E}" dt="2026-07-01T11:52:56.254" v="695" actId="20577"/>
        <pc:sldMkLst>
          <pc:docMk/>
          <pc:sldMk cId="0" sldId="259"/>
        </pc:sldMkLst>
        <pc:spChg chg="mod">
          <ac:chgData name="M, Murali" userId="S::muralm@deloitte.com::654b0542-707f-4036-b48b-747bc9f81aa4" providerId="AD" clId="Web-{E1956220-F2D7-8C11-F063-250700987C6E}" dt="2026-07-01T11:52:56.254" v="695" actId="20577"/>
          <ac:spMkLst>
            <pc:docMk/>
            <pc:sldMk cId="0" sldId="259"/>
            <ac:spMk id="5" creationId="{00000000-0000-0000-0000-000000000000}"/>
          </ac:spMkLst>
        </pc:spChg>
      </pc:sldChg>
    </pc:docChg>
  </pc:docChgLst>
  <pc:docChgLst>
    <pc:chgData name="M, Murali" userId="S::muralm@deloitte.com::654b0542-707f-4036-b48b-747bc9f81aa4" providerId="AD" clId="Web-{1C205E78-AB33-269C-9B2C-A48997466941}"/>
    <pc:docChg chg="modSld">
      <pc:chgData name="M, Murali" userId="S::muralm@deloitte.com::654b0542-707f-4036-b48b-747bc9f81aa4" providerId="AD" clId="Web-{1C205E78-AB33-269C-9B2C-A48997466941}" dt="2026-07-08T09:30:15.031" v="41"/>
      <pc:docMkLst>
        <pc:docMk/>
      </pc:docMkLst>
      <pc:sldChg chg="modSp">
        <pc:chgData name="M, Murali" userId="S::muralm@deloitte.com::654b0542-707f-4036-b48b-747bc9f81aa4" providerId="AD" clId="Web-{1C205E78-AB33-269C-9B2C-A48997466941}" dt="2026-07-08T09:30:15.031" v="41"/>
        <pc:sldMkLst>
          <pc:docMk/>
          <pc:sldMk cId="0" sldId="256"/>
        </pc:sldMkLst>
        <pc:spChg chg="mod">
          <ac:chgData name="M, Murali" userId="S::muralm@deloitte.com::654b0542-707f-4036-b48b-747bc9f81aa4" providerId="AD" clId="Web-{1C205E78-AB33-269C-9B2C-A48997466941}" dt="2026-07-08T09:28:37.023" v="19" actId="1076"/>
          <ac:spMkLst>
            <pc:docMk/>
            <pc:sldMk cId="0" sldId="256"/>
            <ac:spMk id="18" creationId="{9A59956F-FA0E-2D91-5FA1-788E84B22A75}"/>
          </ac:spMkLst>
        </pc:spChg>
        <pc:graphicFrameChg chg="mod modGraphic">
          <ac:chgData name="M, Murali" userId="S::muralm@deloitte.com::654b0542-707f-4036-b48b-747bc9f81aa4" providerId="AD" clId="Web-{1C205E78-AB33-269C-9B2C-A48997466941}" dt="2026-07-08T09:26:27.324" v="12"/>
          <ac:graphicFrameMkLst>
            <pc:docMk/>
            <pc:sldMk cId="0" sldId="256"/>
            <ac:graphicFrameMk id="8" creationId="{00000000-0000-0000-0000-000000000000}"/>
          </ac:graphicFrameMkLst>
        </pc:graphicFrameChg>
        <pc:graphicFrameChg chg="mod modGraphic">
          <ac:chgData name="M, Murali" userId="S::muralm@deloitte.com::654b0542-707f-4036-b48b-747bc9f81aa4" providerId="AD" clId="Web-{1C205E78-AB33-269C-9B2C-A48997466941}" dt="2026-07-08T09:30:15.031" v="41"/>
          <ac:graphicFrameMkLst>
            <pc:docMk/>
            <pc:sldMk cId="0" sldId="256"/>
            <ac:graphicFrameMk id="12" creationId="{00000000-0000-0000-0000-000000000000}"/>
          </ac:graphicFrameMkLst>
        </pc:graphicFrameChg>
      </pc:sldChg>
      <pc:sldChg chg="modSp">
        <pc:chgData name="M, Murali" userId="S::muralm@deloitte.com::654b0542-707f-4036-b48b-747bc9f81aa4" providerId="AD" clId="Web-{1C205E78-AB33-269C-9B2C-A48997466941}" dt="2026-07-08T09:28:28.194" v="18" actId="20577"/>
        <pc:sldMkLst>
          <pc:docMk/>
          <pc:sldMk cId="0" sldId="259"/>
        </pc:sldMkLst>
        <pc:spChg chg="mod">
          <ac:chgData name="M, Murali" userId="S::muralm@deloitte.com::654b0542-707f-4036-b48b-747bc9f81aa4" providerId="AD" clId="Web-{1C205E78-AB33-269C-9B2C-A48997466941}" dt="2026-07-08T09:28:28.194" v="18" actId="20577"/>
          <ac:spMkLst>
            <pc:docMk/>
            <pc:sldMk cId="0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574" y="2658"/>
            <a:ext cx="9248491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SA Readout Summary</a:t>
            </a:r>
            <a:r>
              <a:rPr lang="en-US"/>
              <a:t> – Project 1</a:t>
            </a:r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711281" y="18288"/>
          <a:ext cx="5449824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Solution Complexity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Other Offerings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Deployment Timeline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Staffing &amp; Resource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val 3"/>
          <p:cNvSpPr/>
          <p:nvPr/>
        </p:nvSpPr>
        <p:spPr>
          <a:xfrm>
            <a:off x="13061289" y="64008"/>
            <a:ext cx="219456" cy="219456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061289" y="429768"/>
            <a:ext cx="219456" cy="219456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786201" y="64008"/>
            <a:ext cx="219456" cy="219456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786201" y="429768"/>
            <a:ext cx="219456" cy="219456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5567"/>
              </p:ext>
            </p:extLst>
          </p:nvPr>
        </p:nvGraphicFramePr>
        <p:xfrm>
          <a:off x="95097" y="822960"/>
          <a:ext cx="15989512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 gridSpan="3"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</a:rPr>
                        <a:t>Solution Complexity</a:t>
                      </a:r>
                    </a:p>
                  </a:txBody>
                  <a:tcPr>
                    <a:solidFill>
                      <a:srgbClr val="0077B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7592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</a:rPr>
                        <a:t>Solution Scope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/>
                        </a:rPr>
                        <a:t>The current proposal is to do S4HANA Greenfield implementation for Project 1</a:t>
                      </a:r>
                      <a:r>
                        <a:rPr lang="en-US" sz="1600" kern="120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 to </a:t>
                      </a:r>
                      <a:r>
                        <a:rPr lang="en-US" sz="1600" kern="1200" noProof="0" dirty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+mn-cs"/>
                        </a:rPr>
                        <a:t>regulate their Life science pharma manufacturing</a:t>
                      </a:r>
                      <a:endParaRPr lang="en-US" sz="1600" kern="1200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/>
                        </a:rPr>
                        <a:t>Solution scope in the response indicate Order to Cash, Record to Report, Procure to pay, Forecast to schedule and Plan to Deliver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Interface objects are not adequately scoped in for MES,LIMS, Payroll, External Tax application, Banking Portals integrations through SAP BTP CPI with S/4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The statutory and legal compliance requirements need to be scoped. FP&amp;A, Group reporting and consolidation requirements need to be clearly called out</a:t>
                      </a:r>
                      <a:endParaRPr lang="en-US" sz="160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Identify the scope of Ariba within the project to ensure that stakeholders understand the functionalities in the procurement and supply chain processes</a:t>
                      </a:r>
                      <a:endParaRPr lang="en-US" sz="1600" b="0" i="0" u="none" strike="noStrike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MDG Scope needs to be added. Solution for Direct Procurement and Indirect Procurement needs to be added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/>
                        </a:rPr>
                        <a:t>Need to add detailed information on RACI and Key Assumption as part of response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/>
                        </a:rPr>
                        <a:t>Sales/Pre-sales integration with front-end systems (SFDC) is not clear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139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</a:rPr>
                        <a:t>Integration Scope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</a:rPr>
                        <a:t>•  </a:t>
                      </a: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/>
                        </a:rPr>
                        <a:t>Recommend to add adequate details on Scope and Assumptions around Integration scope with MES, LIMS &amp; QM in S4.Ariba, </a:t>
                      </a:r>
                      <a:r>
                        <a:rPr lang="en-US" sz="1600" b="0" i="0" u="none" strike="noStrik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P2P &amp; Finance integration </a:t>
                      </a:r>
                      <a:endParaRPr lang="en-US" sz="160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   are </a:t>
                      </a:r>
                      <a:r>
                        <a:rPr lang="en-US" sz="1600" b="0" i="0" u="none" strike="noStrik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at high level. Need more details.</a:t>
                      </a:r>
                      <a:endParaRPr sz="160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</a:rPr>
                        <a:t>Geographic Scope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</a:rPr>
                        <a:t>•  </a:t>
                      </a: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/>
                        </a:rPr>
                        <a:t>US &amp; Japan</a:t>
                      </a:r>
                      <a:endParaRPr sz="160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349732"/>
              </p:ext>
            </p:extLst>
          </p:nvPr>
        </p:nvGraphicFramePr>
        <p:xfrm>
          <a:off x="94895" y="4251870"/>
          <a:ext cx="15975648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7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4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 gridSpan="3"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</a:rPr>
                        <a:t>Staffing &amp; Resource Mix</a:t>
                      </a:r>
                    </a:p>
                  </a:txBody>
                  <a:tcPr>
                    <a:solidFill>
                      <a:srgbClr val="0077B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</a:rPr>
                        <a:t>Solution Coverage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</a:rPr>
                        <a:t>• </a:t>
                      </a: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/>
                        </a:rPr>
                        <a:t> Recommend adding detailed RICEFW scope in the response 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/>
                        </a:rPr>
                        <a:t>•  Data Cleansing scope &amp; profiling are not in scope. </a:t>
                      </a:r>
                      <a:r>
                        <a:rPr lang="en-US" sz="1600" b="0" i="0" u="none" strike="noStrik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P2P &amp; Finance integration is at high level. Need more details.</a:t>
                      </a:r>
                      <a:endParaRPr lang="en-US" sz="160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endParaRPr lang="en-US" sz="160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</a:rPr>
                        <a:t>Resource Mix/Coverage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Clr>
                          <a:schemeClr val="bg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 dirty="0">
                          <a:solidFill>
                            <a:schemeClr val="bg1"/>
                          </a:solidFill>
                          <a:latin typeface="+mn-lt"/>
                        </a:rPr>
                        <a:t>Onsite-offshore mix stands at 22% and 77%, looks fine</a:t>
                      </a:r>
                      <a:endParaRPr lang="en-US" sz="1600" b="0" i="0" u="none" strike="noStrike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USI Bulge Ratio at 1.18 is lower than the benchmark of 1.9, need to revisit and adjust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</a:rPr>
                        <a:t>USI/DC Leverage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0" u="none" strike="noStrike" noProof="0" dirty="0">
                          <a:solidFill>
                            <a:schemeClr val="bg1"/>
                          </a:solidFill>
                          <a:latin typeface="+mn-lt"/>
                        </a:rPr>
                        <a:t>Recommend to leverage USDC &amp; ARDC resources in addition to USI for better US coverage and cost efficiency</a:t>
                      </a:r>
                      <a:endParaRPr lang="en-US" sz="1600" dirty="0"/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 dirty="0">
                          <a:solidFill>
                            <a:schemeClr val="bg1"/>
                          </a:solidFill>
                        </a:rPr>
                        <a:t>Recommend to leverage Delivery Pools across Development, Data and Infrastructure threads</a:t>
                      </a:r>
                      <a:endParaRPr lang="en-US" sz="1600" b="0" i="0" u="none" strike="noStrike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  <a:p>
                      <a:endParaRPr lang="en-US" sz="1600"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</a:rPr>
                        <a:t>Staffing Estimates vs Actual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bg1"/>
                          </a:solidFill>
                        </a:rPr>
                        <a:t>  USI MD Hours are estimated at 0.16%. </a:t>
                      </a:r>
                      <a:r>
                        <a:rPr lang="en-US" sz="1600" b="0" i="0" u="none" strike="noStrike" noProof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USI MD hours would be in range of 0.2 to 0.3% </a:t>
                      </a:r>
                      <a:endParaRPr lang="en-US" sz="1600" b="0" i="0" u="none" strike="noStrike" kern="1200" noProof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 USI SM </a:t>
                      </a:r>
                      <a:r>
                        <a:rPr lang="en-US" sz="1600" b="0" i="0" u="none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Hours are 1.37% versus Benchmark of 2.5%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 Resources for IMO Integration with Japan is very minimal in the staffing. Security staffing is very minimal &amp; this needs to updated in the pricing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 </a:t>
                      </a:r>
                      <a:r>
                        <a:rPr lang="en-US" sz="1600" b="0" i="0" u="none" strike="noStrike" kern="1200" noProof="0">
                          <a:solidFill>
                            <a:srgbClr val="FFFFFF"/>
                          </a:solidFill>
                        </a:rPr>
                        <a:t>It is highly recommended to add one senior consultant at least across the implementation timelines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 No staffing for Ariba, Treasury, Asset Management &amp; Tax in the Pricing</a:t>
                      </a:r>
                      <a:endParaRPr lang="en-US"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Oval 17">
            <a:extLst>
              <a:ext uri="{FF2B5EF4-FFF2-40B4-BE49-F238E27FC236}">
                <a16:creationId xmlns:a16="http://schemas.microsoft.com/office/drawing/2014/main" id="{9A59956F-FA0E-2D91-5FA1-788E84B22A75}"/>
              </a:ext>
            </a:extLst>
          </p:cNvPr>
          <p:cNvSpPr/>
          <p:nvPr/>
        </p:nvSpPr>
        <p:spPr>
          <a:xfrm>
            <a:off x="2363818" y="4946137"/>
            <a:ext cx="292608" cy="292608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3BD06F5-5FD1-6457-AB0D-091388839911}"/>
              </a:ext>
            </a:extLst>
          </p:cNvPr>
          <p:cNvSpPr/>
          <p:nvPr/>
        </p:nvSpPr>
        <p:spPr>
          <a:xfrm>
            <a:off x="2363818" y="3848692"/>
            <a:ext cx="292608" cy="292608"/>
          </a:xfrm>
          <a:prstGeom prst="ellipse">
            <a:avLst/>
          </a:prstGeom>
          <a:solidFill>
            <a:srgbClr val="00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4F0DF8-A196-A786-A813-96C46C9137F2}"/>
              </a:ext>
            </a:extLst>
          </p:cNvPr>
          <p:cNvSpPr/>
          <p:nvPr/>
        </p:nvSpPr>
        <p:spPr>
          <a:xfrm>
            <a:off x="2363818" y="6580420"/>
            <a:ext cx="292608" cy="292608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3E20AD-B036-3BE9-68E6-694DAED17713}"/>
              </a:ext>
            </a:extLst>
          </p:cNvPr>
          <p:cNvSpPr/>
          <p:nvPr/>
        </p:nvSpPr>
        <p:spPr>
          <a:xfrm>
            <a:off x="2363818" y="2127125"/>
            <a:ext cx="292608" cy="292608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79C0A88-FF9F-9A54-8B89-F1DFB83C6FF0}"/>
              </a:ext>
            </a:extLst>
          </p:cNvPr>
          <p:cNvSpPr/>
          <p:nvPr/>
        </p:nvSpPr>
        <p:spPr>
          <a:xfrm>
            <a:off x="2363818" y="3301655"/>
            <a:ext cx="292608" cy="292608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96CD26B-436F-8EC8-E0C1-A5BE5809E50C}"/>
              </a:ext>
            </a:extLst>
          </p:cNvPr>
          <p:cNvSpPr/>
          <p:nvPr/>
        </p:nvSpPr>
        <p:spPr>
          <a:xfrm>
            <a:off x="2364486" y="7545793"/>
            <a:ext cx="292608" cy="292608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1DD8A1-7DCA-708B-B157-106AFF5FAB14}"/>
              </a:ext>
            </a:extLst>
          </p:cNvPr>
          <p:cNvSpPr/>
          <p:nvPr/>
        </p:nvSpPr>
        <p:spPr>
          <a:xfrm>
            <a:off x="2364486" y="5772034"/>
            <a:ext cx="292608" cy="292608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23B622A-BED0-E331-6586-DCC522468C8A}"/>
              </a:ext>
            </a:extLst>
          </p:cNvPr>
          <p:cNvSpPr/>
          <p:nvPr/>
        </p:nvSpPr>
        <p:spPr>
          <a:xfrm>
            <a:off x="15788369" y="421714"/>
            <a:ext cx="219456" cy="219456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097" y="18288"/>
            <a:ext cx="6777625" cy="70788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SA Readout Summary</a:t>
            </a:r>
            <a:r>
              <a:rPr lang="en-US"/>
              <a:t> – Project 1</a:t>
            </a:r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371209"/>
              </p:ext>
            </p:extLst>
          </p:nvPr>
        </p:nvGraphicFramePr>
        <p:xfrm>
          <a:off x="95097" y="822960"/>
          <a:ext cx="16066008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6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FFFFFF"/>
                          </a:solidFill>
                        </a:rPr>
                        <a:t>Observations/Recommendations</a:t>
                      </a:r>
                      <a:endParaRPr sz="160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077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184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The response lacks clarity regarding whether the solution will be hosted on the cloud or on-premises</a:t>
                      </a:r>
                      <a:endParaRPr lang="en-US" sz="1600" b="0" i="0" u="none" strike="noStrike" noProof="0">
                        <a:solidFill>
                          <a:srgbClr val="FFFFFF"/>
                        </a:solidFill>
                        <a:latin typeface="+mn-lt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solidFill>
                            <a:srgbClr val="FFFFFF"/>
                          </a:solidFill>
                          <a:latin typeface="+mn-lt"/>
                        </a:rPr>
                        <a:t>Mock and SIT cycles are adequate as per the timelines for US S4 implementation but not for IMO integration with Japan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solidFill>
                            <a:srgbClr val="FFFFFF"/>
                          </a:solidFill>
                          <a:latin typeface="+mn-lt"/>
                        </a:rPr>
                        <a:t>Exclusions are not called out in the response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The post-go-live support model for EWM and SCM is light and may not provide enough coverage for stabilization and issue resolution.</a:t>
                      </a:r>
                      <a:endParaRPr lang="en-US" sz="1600" b="0" i="0" u="none" strike="noStrike" noProof="0">
                        <a:solidFill>
                          <a:srgbClr val="FFFFFF"/>
                        </a:solidFill>
                        <a:latin typeface="+mn-lt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Batch scheduling requirements &amp; Real time reporting needs are not explicitly mentioned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solidFill>
                            <a:srgbClr val="FFFFFF"/>
                          </a:solidFill>
                        </a:rPr>
                        <a:t>Infrastructure hours estimated in Pricing Model (1710 hours) are very less, It is highly recommended to add one senior consultant at least across the implementation timelines</a:t>
                      </a:r>
                      <a:endParaRPr lang="en-US" sz="1600" b="0" i="0" u="none" strike="noStrike" noProof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solidFill>
                            <a:srgbClr val="FFFFFF"/>
                          </a:solidFill>
                        </a:rPr>
                        <a:t>Revisit testing roles in staffing as they are minimal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Security hours in staffing model are higher than estimated. Please revisit</a:t>
                      </a:r>
                      <a:endParaRPr lang="en-US" sz="1600" b="0" i="0" u="none" strike="noStrike" noProof="0" dirty="0">
                        <a:solidFill>
                          <a:srgbClr val="FFFFFF"/>
                        </a:solidFill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Gen AI enabled capabilities are updated under </a:t>
                      </a:r>
                      <a:r>
                        <a:rPr lang="en-US" sz="1600" b="0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activities &amp; deliverables phase wise in the response</a:t>
                      </a:r>
                      <a:endParaRPr lang="en-US" sz="1600" b="0" i="0" u="none" strike="noStrike" noProof="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endParaRPr lang="en-US" sz="1600" b="0" i="0" u="none" strike="noStrike" noProof="0" dirty="0">
                        <a:solidFill>
                          <a:srgbClr val="FFFFFF"/>
                        </a:solidFill>
                      </a:endParaRPr>
                    </a:p>
                    <a:p>
                      <a:endParaRPr lang="en-US"/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055882"/>
              </p:ext>
            </p:extLst>
          </p:nvPr>
        </p:nvGraphicFramePr>
        <p:xfrm>
          <a:off x="95097" y="6089904"/>
          <a:ext cx="1606600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6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Other Offerings</a:t>
                      </a:r>
                    </a:p>
                  </a:txBody>
                  <a:tcPr>
                    <a:solidFill>
                      <a:srgbClr val="0077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</a:rPr>
                        <a:t>NA</a:t>
                      </a:r>
                      <a:endParaRPr sz="160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097" y="18288"/>
            <a:ext cx="2386584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NextGen Estimation Vs Staffing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" y="6099048"/>
            <a:ext cx="1600200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Notes: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6" y="6803136"/>
            <a:ext cx="10331603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Calibri"/>
              </a:defRPr>
            </a:pPr>
            <a:r>
              <a:rPr lang="en-US"/>
              <a:t>Functional, Development &amp; Data hours from Pricing model are higher than the NextGen hours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No Testing hours or testing lead captured in Pricing model. Revisit and update </a:t>
            </a:r>
            <a:r>
              <a:rPr lang="en-US"/>
              <a:t>accordingly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Security and Cutover roles needs to be revisited in the staffing 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Calibri"/>
              </a:defRPr>
            </a:pPr>
            <a:r>
              <a:rPr lang="en-US">
                <a:ea typeface="+mn-lt"/>
                <a:cs typeface="+mn-lt"/>
              </a:rPr>
              <a:t>PMO and Training hours in Pricing Model are slightly less</a:t>
            </a:r>
            <a:endParaRPr lang="en-US" dirty="0">
              <a:ea typeface="Calibri"/>
              <a:cs typeface="Calibri"/>
            </a:endParaRP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endParaRPr lang="en-US">
              <a:ea typeface="Calibri"/>
              <a:cs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3B7371-2147-A8BA-3E97-DB901ECEC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478519"/>
              </p:ext>
            </p:extLst>
          </p:nvPr>
        </p:nvGraphicFramePr>
        <p:xfrm>
          <a:off x="1277324" y="1108575"/>
          <a:ext cx="11582400" cy="369087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3071087739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1700112187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657646896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181641117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Teams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9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NextGen Hours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9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Staffing Hours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9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Delta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9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99003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Cutover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9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1605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9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3285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9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1680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9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45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Data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1970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5670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3700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18213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Development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14316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15480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1164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34903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Functional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24098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34915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10817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37146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Infrastructure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3039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1710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-1329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67641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PMO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7067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6759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-308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51599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Security &amp; Controls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4826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7869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3043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89606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Testing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9513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-9513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0246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Training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6461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5970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-491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81929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72894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r>
                        <a:rPr lang="en-IN" sz="1600" b="0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81658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950"/>
                        </a:lnSpc>
                        <a:buNone/>
                      </a:pPr>
                      <a:endParaRPr lang="en-IN" sz="1600" b="0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056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57DFA308F81E499B3B9902D4984A33" ma:contentTypeVersion="19" ma:contentTypeDescription="Create a new document." ma:contentTypeScope="" ma:versionID="02ffbb7983745c27758667a546594e5c">
  <xsd:schema xmlns:xsd="http://www.w3.org/2001/XMLSchema" xmlns:xs="http://www.w3.org/2001/XMLSchema" xmlns:p="http://schemas.microsoft.com/office/2006/metadata/properties" xmlns:ns2="9002ec59-bd86-4fad-91aa-d46cd002d394" xmlns:ns3="087c1e97-94d3-479c-9c22-3770e384fca5" targetNamespace="http://schemas.microsoft.com/office/2006/metadata/properties" ma:root="true" ma:fieldsID="7706a187e41cba0220fc8f3976f06bcf" ns2:_="" ns3:_="">
    <xsd:import namespace="9002ec59-bd86-4fad-91aa-d46cd002d394"/>
    <xsd:import namespace="087c1e97-94d3-479c-9c22-3770e384fc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Full_x0020_Name"/>
                <xsd:element ref="ns2:Email_x0020_ID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02ec59-bd86-4fad-91aa-d46cd002d3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Full_x0020_Name" ma:index="25" ma:displayName="Full Name" ma:internalName="Full_x0020_Name">
      <xsd:simpleType>
        <xsd:restriction base="dms:Text"/>
      </xsd:simpleType>
    </xsd:element>
    <xsd:element name="Email_x0020_ID" ma:index="26" ma:displayName="Email ID" ma:internalName="Email_x0020_ID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7c1e97-94d3-479c-9c22-3770e384fca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55b441d-30e3-4e18-a971-7f324cac4785}" ma:internalName="TaxCatchAll" ma:showField="CatchAllData" ma:web="087c1e97-94d3-479c-9c22-3770e384fc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87c1e97-94d3-479c-9c22-3770e384fca5" xsi:nil="true"/>
    <lcf76f155ced4ddcb4097134ff3c332f xmlns="9002ec59-bd86-4fad-91aa-d46cd002d394">
      <Terms xmlns="http://schemas.microsoft.com/office/infopath/2007/PartnerControls"/>
    </lcf76f155ced4ddcb4097134ff3c332f>
    <Email_x0020_ID xmlns="9002ec59-bd86-4fad-91aa-d46cd002d394">[email]</Email_x0020_ID>
    <Full_x0020_Name xmlns="9002ec59-bd86-4fad-91aa-d46cd002d394">Author 1</Full_x0020_Name>
  </documentManagement>
</p:properties>
</file>

<file path=customXml/itemProps1.xml><?xml version="1.0" encoding="utf-8"?>
<ds:datastoreItem xmlns:ds="http://schemas.openxmlformats.org/officeDocument/2006/customXml" ds:itemID="{509A9794-DB4E-424F-B877-6C0BDFDFC1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DDD720-BCF0-473A-8C60-9B5370B3A874}">
  <ds:schemaRefs>
    <ds:schemaRef ds:uri="087c1e97-94d3-479c-9c22-3770e384fca5"/>
    <ds:schemaRef ds:uri="9002ec59-bd86-4fad-91aa-d46cd002d3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5BA2F36-DC23-43C0-A911-0945746634ED}">
  <ds:schemaRefs>
    <ds:schemaRef ds:uri="http://schemas.microsoft.com/office/infopath/2007/PartnerControls"/>
    <ds:schemaRef ds:uri="http://purl.org/dc/dcmitype/"/>
    <ds:schemaRef ds:uri="http://purl.org/dc/elements/1.1/"/>
    <ds:schemaRef ds:uri="087c1e97-94d3-479c-9c22-3770e384fca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9002ec59-bd86-4fad-91aa-d46cd002d394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</Words>
  <Application>Microsoft Office PowerPoint</Application>
  <PresentationFormat>Custom</PresentationFormat>
  <Paragraphs>93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Author 1</cp:lastModifiedBy>
  <cp:revision>65</cp:revision>
  <dcterms:created xsi:type="dcterms:W3CDTF">2013-01-27T09:14:16Z</dcterms:created>
  <dcterms:modified xsi:type="dcterms:W3CDTF">2026-07-14T11:54:49Z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0x0101005757DFA308F81E499B3B9902D4984A33</vt:lpwstr>
  </property>
  <property fmtid="{D5CDD505-2E9C-101B-9397-08002B2CF9AE}" pid="3" name="MediaServiceImageTags">
    <vt:lpwstr/>
  </property>
</Properties>
</file>